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ENGINEER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허찬영</a:t>
            </a:r>
            <a:pPr indent="0" marL="0">
              <a:buNone/>
            </a:pPr>
            <a:r>
              <a:rPr lang="en-US" sz="4400" dirty="0">
                <a:solidFill>
                  <a:srgbClr val="6DB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Chanyoung Heo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A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 감각과 소프트웨어 역량을 함께 갖춘 기계공학자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8229600" cy="0"/>
          </a:xfrm>
          <a:prstGeom prst="line">
            <a:avLst/>
          </a:prstGeom>
          <a:noFill/>
          <a:ln w="12700">
            <a:solidFill>
              <a:srgbClr val="1E3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947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수원대학교 기계공학 학사</a:t>
            </a:r>
            <a:pPr indent="0" marL="0">
              <a:buNone/>
            </a:pPr>
            <a:r>
              <a:rPr lang="en-US" sz="1050" dirty="0">
                <a:solidFill>
                  <a:srgbClr val="2A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ROKEY Doosan Robotics</a:t>
            </a:r>
            <a:pPr indent="0" marL="0">
              <a:buNone/>
            </a:pPr>
            <a:r>
              <a:rPr lang="en-US" sz="1050" dirty="0">
                <a:solidFill>
                  <a:srgbClr val="2A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050" dirty="0">
                <a:solidFill>
                  <a:srgbClr val="6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nagilvin@gmail.com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84048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소개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152144"/>
            <a:ext cx="8412480" cy="14630"/>
          </a:xfrm>
          <a:prstGeom prst="rect">
            <a:avLst/>
          </a:prstGeom>
          <a:solidFill>
            <a:srgbClr val="D6E8DE"/>
          </a:solidFill>
          <a:ln w="12700">
            <a:solidFill>
              <a:srgbClr val="D6E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98448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E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"Mechanical engineer with a software edge —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2E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bridging hardware intuition and robotics software."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23774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기계공학을 기반으로 ROS2, Python, 컴퓨터 비전 등 로봇 소프트웨어 역량을 갖추고 있습니다. 하드웨어 설계부터 소프트웨어 통합까지 전반적인 로봇 시스템 개발 경험을 보유하고 있으며, 로봇 소프트웨어 엔지니어로서 실무에 기여하고자 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1298448"/>
            <a:ext cx="2926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0" y="1298448"/>
            <a:ext cx="59436" cy="10515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3898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학력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080760" y="16459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수원대학교 기계공학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4.0 / 4.5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2532888"/>
            <a:ext cx="2926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2532888"/>
            <a:ext cx="59436" cy="10515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6243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부트캠프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80760" y="28803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ROKEY — Doosan Robotics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지능형 로보틱스 엔지니어 과정 (845h)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767328"/>
            <a:ext cx="29260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3767328"/>
            <a:ext cx="59436" cy="10515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8587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어학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80760" y="411480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TOEIC Speaking — Advanced Low 160점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JLPT N4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6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&amp; EDUCATION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84048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이력 &amp; 학력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152144"/>
            <a:ext cx="8412480" cy="14630"/>
          </a:xfrm>
          <a:prstGeom prst="rect">
            <a:avLst/>
          </a:prstGeom>
          <a:solidFill>
            <a:srgbClr val="D6E8DE"/>
          </a:solidFill>
          <a:ln w="12700">
            <a:solidFill>
              <a:srgbClr val="D6E8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362456"/>
            <a:ext cx="155448" cy="15544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167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 – Jun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12648" y="15179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ROKEY — Doosan Robotics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2648" y="1773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지능형 로보틱스 엔지니어 과정 (845시간) · ROS2, Python, CV, DevOps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551176"/>
            <a:ext cx="155448" cy="155448"/>
          </a:xfrm>
          <a:prstGeom prst="ellipse">
            <a:avLst/>
          </a:prstGeom>
          <a:solidFill>
            <a:srgbClr val="B0C8B8"/>
          </a:solidFill>
          <a:ln w="12700">
            <a:solidFill>
              <a:srgbClr val="B0C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5054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2018 – Aug 2024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2648" y="2706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수원대학교 기계공학과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2648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학사 졸업 · GPA 4.0 / 4.5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3739896"/>
            <a:ext cx="155448" cy="155448"/>
          </a:xfrm>
          <a:prstGeom prst="ellipse">
            <a:avLst/>
          </a:prstGeom>
          <a:solidFill>
            <a:srgbClr val="B0C8B8"/>
          </a:solidFill>
          <a:ln w="12700">
            <a:solidFill>
              <a:srgbClr val="B0C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6941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2648" y="3895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KSME 논문 — 제2저자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2648" y="4151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기반 역기구학 고하중 협동로봇 · CAD / FEA / MATLAB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362456"/>
            <a:ext cx="155448" cy="155448"/>
          </a:xfrm>
          <a:prstGeom prst="ellipse">
            <a:avLst/>
          </a:prstGeom>
          <a:solidFill>
            <a:srgbClr val="B0C8B8"/>
          </a:solidFill>
          <a:ln w="12700">
            <a:solidFill>
              <a:srgbClr val="B0C8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167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92040" y="15179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TOEIC Speaking — Advanced Low (160점)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1773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 말하기 능력 검정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551176"/>
            <a:ext cx="155448" cy="155448"/>
          </a:xfrm>
          <a:prstGeom prst="ellipse">
            <a:avLst/>
          </a:prstGeom>
          <a:solidFill>
            <a:srgbClr val="B0C8B8"/>
          </a:solidFill>
          <a:ln w="12700">
            <a:solidFill>
              <a:srgbClr val="B0C8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5054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2706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ICROS 논문 — 제3저자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92040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안전한 고하중 협동로봇 구동기 설계 · CAD / FEA / MATLAB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739896"/>
            <a:ext cx="155448" cy="155448"/>
          </a:xfrm>
          <a:prstGeom prst="ellipse">
            <a:avLst/>
          </a:prstGeom>
          <a:solidFill>
            <a:srgbClr val="B0C8B8"/>
          </a:solidFill>
          <a:ln w="12700">
            <a:solidFill>
              <a:srgbClr val="B0C8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941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3895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JLPT N4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92040" y="4151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일본어능력시험 N4 취득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34840" y="1298448"/>
            <a:ext cx="0" cy="3474720"/>
          </a:xfrm>
          <a:prstGeom prst="line">
            <a:avLst/>
          </a:prstGeom>
          <a:noFill/>
          <a:ln w="15240">
            <a:solidFill>
              <a:srgbClr val="D6E8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6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84048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기술 스택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152144"/>
            <a:ext cx="8412480" cy="14630"/>
          </a:xfrm>
          <a:prstGeom prst="rect">
            <a:avLst/>
          </a:prstGeom>
          <a:solidFill>
            <a:srgbClr val="D6E8DE"/>
          </a:solidFill>
          <a:ln w="12700">
            <a:solidFill>
              <a:srgbClr val="D6E8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98448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98448"/>
            <a:ext cx="2651760" cy="594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89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Libraries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1208" y="16276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 / 라이브러리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1208" y="19385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" y="2212848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2212848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2212848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28216" y="2212848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30552" y="2212848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651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" y="2926080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" y="2926080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5880" y="2926080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28216" y="2926080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0552" y="2926080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3649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" y="3639312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" y="3639312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5880" y="3639312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28216" y="3639312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30552" y="3639312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40782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IsaacSim / Gazebo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" y="4352544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3544" y="4352544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5880" y="4352544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28216" y="4352544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0552" y="4352544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0128" y="1298448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10128" y="1298448"/>
            <a:ext cx="2651760" cy="594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47288" y="1389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47288" y="16276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프로그래밍 언어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47288" y="19385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447288" y="2212848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9624" y="2212848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1960" y="2212848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54296" y="2212848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56632" y="2212848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47288" y="2651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447288" y="2926080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9624" y="2926080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51960" y="2926080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54296" y="2926080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56632" y="2926080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47288" y="33649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447288" y="3639312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49624" y="3639312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51960" y="3639312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54296" y="3639312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56632" y="3639312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36208" y="1298448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236208" y="1298448"/>
            <a:ext cx="2651760" cy="594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73368" y="1389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DevOps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373368" y="16276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/ DevOps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373368" y="19385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73368" y="2212848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75704" y="2212848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78040" y="2212848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80376" y="2212848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82712" y="2212848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73368" y="2651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373368" y="2926080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75704" y="2926080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78040" y="2926080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580376" y="2926080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82712" y="2926080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73368" y="33649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/ Linux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373368" y="3639312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75704" y="3639312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78040" y="3639312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80376" y="3639312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982712" y="3639312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73368" y="40782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373368" y="4352544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75704" y="4352544"/>
            <a:ext cx="237744" cy="23774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178040" y="4352544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580376" y="4352544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982712" y="4352544"/>
            <a:ext cx="237744" cy="237744"/>
          </a:xfrm>
          <a:prstGeom prst="ellipse">
            <a:avLst/>
          </a:prstGeom>
          <a:solidFill>
            <a:srgbClr val="D9E8DE"/>
          </a:solidFill>
          <a:ln w="12700">
            <a:solidFill>
              <a:srgbClr val="D9E8D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6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84048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프로젝트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152144"/>
            <a:ext cx="8412480" cy="14630"/>
          </a:xfrm>
          <a:prstGeom prst="rect">
            <a:avLst/>
          </a:prstGeom>
          <a:solidFill>
            <a:srgbClr val="D6E8DE"/>
          </a:solidFill>
          <a:ln w="12700">
            <a:solidFill>
              <a:srgbClr val="D6E8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98448"/>
            <a:ext cx="4023360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98448"/>
            <a:ext cx="4023360" cy="594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9903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자율주행 로봇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170078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· SLAM · LiDAR · Python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56816"/>
            <a:ext cx="3694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환경에서 SLAM으로 실시간 지도 생성 및 자율주행 구현. 센서 융합과 경로 계획 알고리즘 개발.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592" y="1298448"/>
            <a:ext cx="4023360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298448"/>
            <a:ext cx="4023360" cy="594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39903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팬케이크 자동화 로봇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01184" y="170078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· Robot Arm · Python  ★ PM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01184" y="1956816"/>
            <a:ext cx="3694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기반 팬케이크 제조 자동화 시스템. PM 담당, 다단계 조리 워크플로우 로봇 동작 설계·구현.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090672"/>
            <a:ext cx="4023360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090672"/>
            <a:ext cx="4023360" cy="594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9125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협동로봇 Pick &amp; Place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493008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· OpenCV · ROS2 · IsaacSim  ★ PM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3694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기반 견과류 감지·파지 시스템. 로봇 동작, 시뮬레이션, 모델 학습, PM 총괄.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6592" y="3090672"/>
            <a:ext cx="4023360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3090672"/>
            <a:ext cx="4023360" cy="594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319125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로봇 시뮬레이션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01184" y="3493008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IsaacSim · CAD · ROS2 · Python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01184" y="3749040"/>
            <a:ext cx="36941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 자동화 공정을 가상 재현하는 Digital Twin 플랫폼. CAD 모델 구축 및 시뮬레이션 환경 통합.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6E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함께 일해요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 프로젝트, 협업 제안, 또는 단순한 안부 인사도 편하게 연락 주세요!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2697480" cy="1005840"/>
          </a:xfrm>
          <a:prstGeom prst="rect">
            <a:avLst/>
          </a:prstGeom>
          <a:solidFill>
            <a:srgbClr val="0A151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788920"/>
            <a:ext cx="2697480" cy="594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880360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5216" y="3136392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nagilvin@gmail.com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46704" y="2788920"/>
            <a:ext cx="2697480" cy="1005840"/>
          </a:xfrm>
          <a:prstGeom prst="rect">
            <a:avLst/>
          </a:prstGeom>
          <a:solidFill>
            <a:srgbClr val="0A151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46704" y="2788920"/>
            <a:ext cx="2697480" cy="594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880360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0" y="3136392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github.com/HeoPaulo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6208" y="2788920"/>
            <a:ext cx="2697480" cy="1005840"/>
          </a:xfrm>
          <a:prstGeom prst="rect">
            <a:avLst/>
          </a:prstGeom>
          <a:solidFill>
            <a:srgbClr val="0A151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6208" y="2788920"/>
            <a:ext cx="2697480" cy="594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880360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64224" y="3136392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chanyoung-heo-509bbb419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허찬영 / Chanyoung Heo  · 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663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Chanyoung Heo Portfolio</dc:title>
  <dc:subject>PptxGenJS Presentation</dc:subject>
  <dc:creator>Chanyoung Heo</dc:creator>
  <cp:lastModifiedBy>Chanyoung Heo</cp:lastModifiedBy>
  <cp:revision>1</cp:revision>
  <dcterms:created xsi:type="dcterms:W3CDTF">2026-07-02T00:27:17Z</dcterms:created>
  <dcterms:modified xsi:type="dcterms:W3CDTF">2026-07-02T00:27:17Z</dcterms:modified>
</cp:coreProperties>
</file>